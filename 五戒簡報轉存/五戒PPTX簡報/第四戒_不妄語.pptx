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四戒_不妄語_頁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四戒_不妄語_頁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四戒_不妄語_頁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四戒_不妄語_頁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四戒_不妄語_頁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四戒_不妄語_頁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四戒_不妄語_頁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四戒_不妄語_頁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四戒_不妄語_頁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四戒_不妄語_頁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四戒_不妄語_頁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四戒_不妄語_頁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