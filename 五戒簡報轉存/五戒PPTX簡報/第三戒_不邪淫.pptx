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三戒_不邪淫_頁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三戒_不邪淫_頁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三戒_不邪淫_頁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三戒_不邪淫_頁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三戒_不邪淫_頁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三戒_不邪淫_頁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三戒_不邪淫_頁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三戒_不邪淫_頁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三戒_不邪淫_頁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三戒_不邪淫_頁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三戒_不邪淫_頁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三戒_不邪淫_頁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三戒_不邪淫_頁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