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二戒_不偷盜_頁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二戒_不偷盜_頁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二戒_不偷盜_頁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二戒_不偷盜_頁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二戒_不偷盜_頁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二戒_不偷盜_頁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二戒_不偷盜_頁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二戒_不偷盜_頁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二戒_不偷盜_頁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二戒_不偷盜_頁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二戒_不偷盜_頁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二戒_不偷盜_頁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